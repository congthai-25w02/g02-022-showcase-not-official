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Tỉ lệ thành công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Replan OFF</c:v>
                  </c:pt>
                  <c:pt idx="1">
                    <c:v>Replan 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AI20K · Hướng #162 (gộp #161)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lệnh kho bằng tiếng Việt —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tự lập kế hoạch &amp;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khi bị chắn lối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điều khiển robot kho (mô phỏng 2D) — LangGraph + Gemini function-calling. Demo trực tiếp trên laptop, minh bạch trace, có người trong vòng lặp.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5806440"/>
            <a:ext cx="4572000" cy="0"/>
          </a:xfrm>
          <a:prstGeom prst="line">
            <a:avLst/>
          </a:prstGeom>
          <a:noFill/>
          <a:ln w="12700">
            <a:solidFill>
              <a:srgbClr val="30405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App-022  ·  Lưu Công Thái  ·  Lê Hữu Đạt  ·  Nguyễn Đình Tiến Mạnh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robot kho hôm nay: cứng nhắc &amp; khó tin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lập trình từng bước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viên (không phải kỹ sư) không thể “ra lệnh” cho robot bằng ngôn ngữ thường.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động làm hỏng kịch bản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/ xe nâng / vật cản xuất hiện → kịch bản lập sẵn vỡ, phải lập trình lại tay.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đen, khó kiểm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robot định làm gì, có an toàn không → khó tin, khó audit.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#162 — Lập kế hoạch tác vụ: biến mục tiêu ngôn ngữ thành chuỗi hành động an toàn.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agent đứng giữa ngôn ngữ và hành động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lệnh tiếng Việt tự nhiên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677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“Đưa pallet A từ khu A sang chuyền 3, tránh người” → agent hiểu &amp; thực thi.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2004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 + tự replan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5935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rã mục tiêu thành chuỗi hành động; khi bị người chắn → quan sát &amp; lập lại kế hoạch.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526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+ human-in-loop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9194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kế hoạch + trace lý luận; gặp người sát / không chắc → dừng &amp; hỏi, không đoán liều.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89520" y="1691640"/>
            <a:ext cx="4023360" cy="3977640"/>
          </a:xfrm>
          <a:prstGeom prst="roundRect">
            <a:avLst>
              <a:gd name="adj" fmla="val 1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638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agent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55280" y="237744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5528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NL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18320" y="2880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55280" y="315468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5528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418320" y="36576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55280" y="393192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95528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 (tool)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18320" y="44348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55280" y="47091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55280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→ Replan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phút: từ câu lệnh → replan → giao hàng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09397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lệnh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4597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Gõ/nói tiếng Việt: “đưa pallet A tới chuyền 3, tránh người”.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64808" y="2093976"/>
            <a:ext cx="502920" cy="502920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4808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039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 &amp; đi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0" y="24597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hiện kế hoạch; robot di chuyển từng ô, né vật cản (A*).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" y="4014216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59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chắn → REPLAN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37997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xuất hiện giữa lối → badge DỪNG/HỎI → agent lập lại đường.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64808" y="401421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64808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959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xong + trace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32320" y="437997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tới chuyền 3, thả pallet; xem lại trace: suy nghĩ → tool → kết quả.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 giới mô phỏng 2D · agent là thật (LLM + tool calls, đọc kết quả thật từ sim).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trúc: sim “có thẩm quyền” ở backend, agent là thật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889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viên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tiếng Việt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3246120"/>
            <a:ext cx="6400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91840" y="27432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(canvas)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kế hoạch + trace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23560" y="3246120"/>
            <a:ext cx="6400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41080" y="3246120"/>
            <a:ext cx="6400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0" y="274320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0F172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26880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parse→plan→act→replan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4572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6D5E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26880" y="4718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0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5720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09360" y="4718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sim (Python)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2D · A* · người động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469880" y="3749040"/>
            <a:ext cx="0" cy="822960"/>
          </a:xfrm>
          <a:prstGeom prst="line">
            <a:avLst/>
          </a:prstGeom>
          <a:noFill/>
          <a:ln w="25400">
            <a:solidFill>
              <a:srgbClr val="6D5E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595360" y="502920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đọc/đổi World thật (chống hallucinate) · 72 pytest · CI ruff+pytest+docker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replan — kiểm chứng ON/OFF trên harness A* (xác định)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harness A* xác định · CHƯA chạy trên LLM agent (Gemini: node replan thật sự fires)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49440" y="1783080"/>
            <a:ext cx="4663440" cy="4023360"/>
          </a:xfrm>
          <a:prstGeom prst="roundRect">
            <a:avLst>
              <a:gd name="adj" fmla="val 15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269480" y="2057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 điểm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BẬT node replan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7269480" y="3337560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269480" y="352044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6D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avg_replan_count 0 → 0.5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node replan trong LangGraph THỰC SỰ được gọi (không phải A* lặng lẽ né).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26948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= bỏ node replan (gặp chặn là dừng). ON = quan sát → replan đổi đường.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SỐ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trung thực: đo agent THẬT, thừa nhận giới hạn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72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nhóm lõi · Gemini · n=8 (sơ bộ)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3756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behavior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3072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dừng/hỏi đúng khi gặp người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correct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072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“nói không” khi bất khả thi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7830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1540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154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Dừng/hỏi đúng (an toàn)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15400" y="30723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safety_events_handled=3 · 0 va chạm: sim chặn cứng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023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là điểm khác biệt: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đo trên </a:t>
            </a:r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Gemini THẬT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task, hợp quota free-tier) — tách bạch khỏi </a:t>
            </a:r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6D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A* baseline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(kiểm môi trường). Disclosure rõ trong report.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46817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thừa nhận: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~4.4s/bước (flash-lite + mạng) · mẫu nhỏ do quota · thế giới mô phỏng, chưa thay lớp an toàn cứng (LiDAR).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1: chỉ 2/12 đội có evidence eval — ablation replan (harness) + đo agent thật là điểm vượt.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chất lượng kỹ thuật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Backend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588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+ ReAct, node replan/safety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3580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5880" y="2990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function-calling, tiếng Việt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69417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25880" y="36484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stream trace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35254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4306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sim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grid 2D + A*, người động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&amp; DevOps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377440"/>
            <a:ext cx="256032" cy="256032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pytest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world/tools/graph/eval — xanh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3035808"/>
            <a:ext cx="256032" cy="256032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2990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sạch, type hints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3694176"/>
            <a:ext cx="256032" cy="256032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49440" y="36484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ruff+pytest+build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352544"/>
            <a:ext cx="256032" cy="256032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49440" y="4306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prompt + tool calls (AI logs)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1: 0/12 đội có CI — pipeline xanh ở mọi PR là điểm cộng DevOps.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920240" y="237744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9202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Công Thái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 (LangGraph) + Gemini · Product lead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15000" y="2377440"/>
            <a:ext cx="777240" cy="777240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1500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Hữu Đạt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World + Tools + FastAPI/backend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509760" y="2377440"/>
            <a:ext cx="777240" cy="77724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Tiến Mạnh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(canvas/trace) + Evaluation + Demo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&amp; ĐỀ XUẤT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prototype tới robot thật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0" y="1965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URL (Render) · chạy đủ 19 task trên Gemini · video demo.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6D5E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hạn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31920" y="3108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ROS/robot thật: tool move/pick gọi điều khiển robot, perception từ camera.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4251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“thư viện kỹ năng/quy trình” kho · đa robot · fusion lớp an toàn LiDAR.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33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7790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kiến trúc agent + kết nối dữ liệu kho VinFast cho bản nối robot thật.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AI20K-162 — Pitch</dc:title>
  <dc:subject>PptxGenJS Presentation</dc:subject>
  <dc:creator>Team AI20K App-022</dc:creator>
  <cp:lastModifiedBy>Team AI20K App-022</cp:lastModifiedBy>
  <cp:revision>1</cp:revision>
  <dcterms:created xsi:type="dcterms:W3CDTF">2026-06-06T03:52:43Z</dcterms:created>
  <dcterms:modified xsi:type="dcterms:W3CDTF">2026-06-06T03:52:43Z</dcterms:modified>
</cp:coreProperties>
</file>